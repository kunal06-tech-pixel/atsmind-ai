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31520" y="987552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5000" b="1">
                <a:solidFill>
                  <a:srgbClr val="0F172A"/>
                </a:solidFill>
                <a:latin typeface="Aptos"/>
                <a:cs typeface="Aptos"/>
              </a:rPr>
              <a:t>ATSmind AI</a:t>
            </a:r>
            <a:endParaRPr lang="en-US" sz="5000"/>
          </a:p>
        </p:txBody>
      </p:sp>
      <p:sp>
        <p:nvSpPr>
          <p:cNvPr id="5" name="Subtitle"/>
          <p:cNvSpPr txBox="1"/>
          <p:nvPr/>
        </p:nvSpPr>
        <p:spPr>
          <a:xfrm>
            <a:off x="749808" y="1783080"/>
            <a:ext cx="9326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000" b="1">
                <a:solidFill>
                  <a:srgbClr val="0F766E"/>
                </a:solidFill>
                <a:latin typeface="Aptos"/>
                <a:cs typeface="Aptos"/>
              </a:rPr>
              <a:t>Resume Analyzer and Builder</a:t>
            </a:r>
            <a:endParaRPr lang="en-US" sz="3000"/>
          </a:p>
        </p:txBody>
      </p:sp>
      <p:sp>
        <p:nvSpPr>
          <p:cNvPr id="6" name="Body"/>
          <p:cNvSpPr txBox="1"/>
          <p:nvPr/>
        </p:nvSpPr>
        <p:spPr>
          <a:xfrm>
            <a:off x="786384" y="2743200"/>
            <a:ext cx="9235440" cy="2377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100" b="0">
                <a:solidFill>
                  <a:srgbClr val="334155"/>
                </a:solidFill>
                <a:latin typeface="Aptos"/>
                <a:cs typeface="Aptos"/>
              </a:rPr>
              <a:t>AI based resume analysis, ATS scoring, job matching, and resume improvement platform</a:t>
            </a:r>
            <a:endParaRPr lang="en-US" sz="21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100" b="0">
                <a:solidFill>
                  <a:srgbClr val="334155"/>
                </a:solidFill>
                <a:latin typeface="Aptos"/>
                <a:cs typeface="Aptos"/>
              </a:rPr>
              <a:t>First Review Presentation</a:t>
            </a:r>
            <a:endParaRPr lang="en-US" sz="21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100" b="0">
                <a:solidFill>
                  <a:srgbClr val="334155"/>
                </a:solidFill>
                <a:latin typeface="Aptos"/>
                <a:cs typeface="Aptos"/>
              </a:rPr>
              <a:t>Presented by: [Your Name]</a:t>
            </a:r>
            <a:endParaRPr lang="en-US" sz="21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100" b="0">
                <a:solidFill>
                  <a:srgbClr val="334155"/>
                </a:solidFill>
                <a:latin typeface="Aptos"/>
                <a:cs typeface="Aptos"/>
              </a:rPr>
              <a:t>Department / Class: [Your Department]</a:t>
            </a:r>
            <a:endParaRPr lang="en-US" sz="21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100" b="0">
                <a:solidFill>
                  <a:srgbClr val="334155"/>
                </a:solidFill>
                <a:latin typeface="Aptos"/>
                <a:cs typeface="Aptos"/>
              </a:rPr>
              <a:t>Guide / Faculty: [Guide Name]</a:t>
            </a:r>
            <a:endParaRPr lang="en-US" sz="2100"/>
          </a:p>
        </p:txBody>
      </p:sp>
      <p:sp>
        <p:nvSpPr>
          <p:cNvPr id="7" name="Footer"/>
          <p:cNvSpPr txBox="1"/>
          <p:nvPr/>
        </p:nvSpPr>
        <p:spPr>
          <a:xfrm>
            <a:off x="786384" y="598932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300" b="0">
                <a:solidFill>
                  <a:srgbClr val="64748B"/>
                </a:solidFill>
                <a:latin typeface="Aptos"/>
                <a:cs typeface="Aptos"/>
              </a:rPr>
              <a:t>Resume Analyzer Project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Project Overview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ATSmind AI is a full-stack web application for resume analysis and resume building.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Users upload a PDF resume and enter target job details.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The system returns an AI generated analysis report with ATS score, role match, skills, gaps, and suggestions.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Saved reports can be reviewed later from the dashboard.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The builder helps users create, check, and export an improved PDF resume.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2/19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Project Objectives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Provide an easy resume upload and analysis workflow.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Compare resume content with a target job description.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Generate an ATS score using AI feedback and semantic similarity.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Identify strengths, weaknesses, detected skills, missing skills, and missing keywords.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Give actionable suggestions for resume improvement.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Support resume building, PDF export, saved reports, and AI resume chat.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3/19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Technology Stack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Frontend: React 19, Vite, Tailwind CSS, React Router, Axios.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UI: Lucide React icons, reusable shell/card/button components, responsive layouts.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PDF output: React PDF and jsPDF.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Backend: Node.js, Express.js, MongoDB, Mongoose.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Security: JWT authentication with HttpOnly cookies and bcrypt password hashing.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AI/NLP: Groq SDK, Xenova Transformers, MiniLM embeddings, cosine similarity.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File handling: Multer upload and pdf-parse text extraction.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4/19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System Modules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Authentication Module: signup, login, logout, protected user profile.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Resume Upload Module: PDF upload, file validation, backend submission.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Resume Parsing Module: extract text from uploaded PDF.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AI Analysis Module: summary, role match, strengths, weaknesses, skills, and suggestions.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Semantic Matching Module: embeddings and cosine similarity.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Dashboard Module: saved reports, average score, search, and filters.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Builder and Chat Modules: resume creation, draft check, PDF export, and contextual AI chat.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5/19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Module Functionalities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Authentication stores users in MongoDB and protects routes using JWT cookies.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Analyzer accepts PDF resumes up to 10 MB with company, job title, and job description.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Backend extracts resume text and sends it for AI and embedding processing.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ATS scoring combines Groq AI score and semantic score.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Analysis details show score, summary, strengths, weaknesses, skills, and suggestions.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Builder converts guided form data into a resume preview and downloadable PDF.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6/19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Project Workflow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1. User signs up or logs in.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2. User uploads resume PDF and enters target job details.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3. Backend extracts text from the uploaded PDF.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4. Resume and job description embeddings are generated.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5. Cosine similarity calculates semantic match.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6. Groq AI creates structured resume feedback.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7. Hybrid ATS score is calculated and saved with the report.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8. User views, exports, chats, or optimizes in the builder.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7/19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Workflow Diagram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User -&gt; Login / Signup -&gt; Dashboard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Dashboard -&gt; Resume Analyzer -&gt; Upload PDF + Job Details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Backend -&gt; PDF Text Extraction -&gt; Resume Text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Resume Text + Job Description -&gt; Embeddings -&gt; Cosine Similarity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Resume Text + Job Description -&gt; Groq AI Analysis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AI Score + Semantic Score -&gt; Hybrid ATS Score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MongoDB -&gt; Saved Analysis -&gt; Report UI / Export / Chat / Builder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8/19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Methodology / Approach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Full-stack MERN-style architecture with separate frontend and backend folders.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REST APIs connect React frontend with Express backend.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MongoDB stores users, analyses, embeddings, and chat history.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AI response is normalized before saving to maintain consistent output fields.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Local embeddings provide semantic comparison beyond simple keyword matching.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Hybrid scoring makes the final ATS score more balanced and explainable.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9/19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Data Collection and Analysis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User data: name, email, password, uploaded resume PDF, job details, builder form data, chat messages.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System generated data: extracted resume text, embeddings, similarity score, AI score, hybrid ATS score.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Resume analysis data: summary, role match, strengths, weaknesses, skills, missing skills, missing keywords.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Data analysis methods: PDF parsing, semantic comparison, keyword/skill gap analysis, AI role-fit evaluation.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Analysis reports are stored per user for review and improvement tracking.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10/19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Database Design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Database: MongoDB using Mongoose models.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users: name, email, hashed password, timestamps.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analyses: user reference, file name, job details, feedback fields, scores, embedding vector, timestamps.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chats: user reference, analysis reference, message history, title, active status, timestamps.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embeddings: user id, resume text, embedding vector, created date.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Important relationship: one user can have many analyses; one analysis can have a chat history.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11/19</a:t>
            </a:r>
            <a:endParaRPr lang="en-US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ER Diagram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User (1) -&gt; (many) Analysis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User (1) -&gt; (many) Chat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Analysis (1) -&gt; (many) Chat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User fields: id, name, email, password, createdAt, updatedAt.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Analysis fields: user, fileName, jobTitle, companyName, scores, skills, suggestions, embedding.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Chat fields: user, analysis, messages, title, isActive, createdAt, updatedAt.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12/19</a:t>
            </a:r>
            <a:endParaRPr lang="en-US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DFD Level 0 and Level 1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Level 0: User sends login details, resume PDF, and job details to ATSmind AI.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Level 0: System returns ATS score, analysis report, suggestions, and chat advice.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Level 1 process 1: Authentication checks and stores user account data.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Level 1 process 2: Resume upload sends PDF for text extraction.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Level 1 process 3: AI and semantic processing generate scores and feedback.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Level 1 process 4: Dashboard, report, builder, and chat display saved output to user.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13/19</a:t>
            </a:r>
            <a:endParaRPr lang="en-US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UML Use Cases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Actor: User.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Use cases: Signup, login, logout.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Use cases: Upload resume, enter job description, view ATS score.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Use cases: View full analysis, export report, optimize in builder.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Use cases: Build resume, check draft fit, download PDF.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Use cases: Ask AI resume chat questions and review chat history.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14/19</a:t>
            </a:r>
            <a:endParaRPr lang="en-US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User Interface Design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Landing page introduces the resume analyzer and builder workflows.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Login/signup page manages account access.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Dashboard shows total analyses, average ATS score, high-fit count, search, filters, and recent reports.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Analyzer page provides job context inputs and drag-and-drop PDF upload.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Analysis detail page displays score, report tabs, export, optimize, and floating chat.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Builder page has multi-step forms, live preview, draft ATS check, and PDF download.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15/19</a:t>
            </a:r>
            <a:endParaRPr lang="en-US"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Key Algorithms and Logic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PDF parsing extracts readable resume text from uploaded files.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MiniLM embedding model converts resume and job description into 384-dimensional vectors.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Cosine similarity measures semantic closeness between the two vectors.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Groq AI produces structured JSON feedback for resume evaluation.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Hybrid ATS Score = 70% AI Score + 30% Semantic Score.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Score level: High for 75+, Medium for 45-74, Low below 45.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16/19</a:t>
            </a:r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Work Completed Till Date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Frontend and backend project setup completed.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MongoDB connection, models, routes, and controllers completed.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Authentication with protected routes completed.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PDF upload, text extraction, Groq AI analysis, embeddings, cosine similarity, and hybrid scoring completed.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Dashboard, analysis detail, export report, builder, draft ATS check, and floating AI chat completed.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Saved analysis and chat history persistence completed.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17/19</a:t>
            </a:r>
            <a:endParaRPr lang="en-US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Work Left / Future Enhancements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Prepare production deployment configuration.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Add stronger validation, rate limiting, and improved error handling.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Add email verification and password reset.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Support more resume formats such as DOCX.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Add more resume templates and customization options.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Add admin panel, analytics, vector search, and automated tests.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18/19</a:t>
            </a:r>
            <a:endParaRPr lang="en-US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rner Accent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E0F2F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66928" y="384048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3200" b="1">
                <a:solidFill>
                  <a:srgbClr val="0F172A"/>
                </a:solidFill>
                <a:latin typeface="Aptos"/>
                <a:cs typeface="Aptos"/>
              </a:rPr>
              <a:t>Conclusion</a:t>
            </a:r>
            <a:endParaRPr lang="en-US" sz="3200"/>
          </a:p>
        </p:txBody>
      </p:sp>
      <p:sp>
        <p:nvSpPr>
          <p:cNvPr id="5" name="Content"/>
          <p:cNvSpPr txBox="1"/>
          <p:nvPr/>
        </p:nvSpPr>
        <p:spPr>
          <a:xfrm>
            <a:off x="713232" y="1170432"/>
            <a:ext cx="992124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ATSmind AI provides an end-to-end resume improvement workflow.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The system combines AI feedback with semantic matching for a meaningful ATS score.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Users can upload, analyze, save, export, chat, and rebuild resumes in one platform.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Major first-review modules are completed.</a:t>
            </a:r>
            <a:endParaRPr lang="en-US" sz="2000"/>
          </a:p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2000" b="0">
                <a:solidFill>
                  <a:srgbClr val="334155"/>
                </a:solidFill>
                <a:latin typeface="Aptos"/>
                <a:cs typeface="Aptos"/>
              </a:rPr>
              <a:t>- Future work focuses on deployment, testing, stronger validation, and additional resume customization features.</a:t>
            </a:r>
            <a:endParaRPr lang="en-US" sz="2000"/>
          </a:p>
        </p:txBody>
      </p:sp>
      <p:sp>
        <p:nvSpPr>
          <p:cNvPr id="6" name="Slide Number"/>
          <p:cNvSpPr txBox="1"/>
          <p:nvPr/>
        </p:nvSpPr>
        <p:spPr>
          <a:xfrm>
            <a:off x="713232" y="6236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Bef>
                <a:spcPts val="350"/>
              </a:spcBef>
              <a:spcAft>
                <a:spcPts val="120"/>
              </a:spcAft>
            </a:pPr>
            <a:r>
              <a:rPr lang="en-US" sz="1200" b="0">
                <a:solidFill>
                  <a:srgbClr val="64748B"/>
                </a:solidFill>
                <a:latin typeface="Aptos"/>
                <a:cs typeface="Aptos"/>
              </a:rPr>
              <a:t>19/19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Smind Theme">
  <a:themeElements>
    <a:clrScheme name="ATSmind">
      <a:dk1>
        <a:srgbClr val="0F172A"/>
      </a:dk1>
      <a:lt1>
        <a:srgbClr val="F8FAFC"/>
      </a:lt1>
      <a:dk2>
        <a:srgbClr val="334155"/>
      </a:dk2>
      <a:lt2>
        <a:srgbClr val="E2E8F0"/>
      </a:lt2>
      <a:accent1>
        <a:srgbClr val="0F766E"/>
      </a:accent1>
      <a:accent2>
        <a:srgbClr val="2563EB"/>
      </a:accent2>
      <a:accent3>
        <a:srgbClr val="F59E0B"/>
      </a:accent3>
      <a:accent4>
        <a:srgbClr val="DC2626"/>
      </a:accent4>
      <a:accent5>
        <a:srgbClr val="16A34A"/>
      </a:accent5>
      <a:accent6>
        <a:srgbClr val="7C3AED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Simpl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19</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ATSmind AI First Review Presentation</dc:title>
  <dc:creator>Codex</dc:creator>
  <cp:lastModifiedBy>Codex</cp:lastModifiedBy>
  <dcterms:created xsi:type="dcterms:W3CDTF">2026-06-22T00:00:00Z</dcterms:created>
  <dcterms:modified xsi:type="dcterms:W3CDTF">2026-06-22T00:00:00Z</dcterms:modified>
</cp:coreProperties>
</file>